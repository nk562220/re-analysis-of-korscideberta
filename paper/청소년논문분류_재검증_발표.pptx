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65D"/>
                </a:solidFill>
                <a:latin typeface="Malgun Gothic"/>
              </a:defRPr>
            </a:pPr>
            <a:r>
              <a:rPr sz="1400" b="0" i="0" u="none" strike="noStrike">
                <a:solidFill>
                  <a:srgbClr val="1B365D"/>
                </a:solidFill>
                <a:latin typeface="Malgun Gothic"/>
              </a:rPr>
              <a:t>분야별 편수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편수</c:v>
                </c:pt>
              </c:strCache>
            </c:strRef>
          </c:tx>
          <c:spPr>
            <a:solidFill>
              <a:srgbClr val="1B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65D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생물</c:v>
                  </c:pt>
                  <c:pt idx="1">
                    <c:v>물리</c:v>
                  </c:pt>
                  <c:pt idx="2">
                    <c:v>화학</c:v>
                  </c:pt>
                  <c:pt idx="3">
                    <c:v>지구및환경</c:v>
                  </c:pt>
                  <c:pt idx="4">
                    <c:v>산업및에너지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358</c:v>
                </c:pt>
                <c:pt idx="1">
                  <c:v>327</c:v>
                </c:pt>
                <c:pt idx="2">
                  <c:v>300</c:v>
                </c:pt>
                <c:pt idx="3">
                  <c:v>290</c:v>
                </c:pt>
                <c:pt idx="4">
                  <c:v>156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365D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선행 연구에서 정확도 0.0812를 보고했는데, 이 수치가 잘못된 측정이었음을 발견해 평가를 다시 설계한 연구입니다.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5분류 문제에서 무작위로 찍으면 0.2, 가장 많은 분야만 답해도 0.25입니다. 0.0812는 그보다 낮습니다. 여기서 측정 자체를 의심하게 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큰 문제는 첫 번째입니다. 모델을 불러오면 경고가 출력되는데 그것을 놓쳤습니다. 두 번째와 세 번째도 각각 독립적으로 평가를 무너뜨립니다.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가지가 모두 필요합니다. 외부 정답이 없으면 평가가 성립하지 않고, 누수를 막지 않으면 수치가 부풀려지고, 단일 분할이면 운에 좌우됩니다.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지도교사가 쓴 지도논문 876편이 학생논문과 내용이 거의 같아서, 나뉘어 들어가면 정확도가 부풀려집니다. 88%를 병합했습니다.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기준선을 먼저 만든 이유가 여기 있습니다. 0.673이라는 숫자만 있으면 좋은지 나쁜지 알 수 없습니다. 단어 빈도만 쓰는 모델이 0.605니까, 사전학습의 기여는 6.8%p입니다.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학습률을 바꾼 실험은 아직 하지 않았습니다. 그래서 결론을 조건부로 씁니다. 이것이 후속 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항균 마스크는 화학과 생물 어느 쪽으로도 분류될 수 있습니다. 성능의 상한은 심사 분야 배정 자체의 일관성이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선행 연구가 단일 실행으로 수치를 보고한 것도 문제였습니다. 이 그래프가 그 위험을 실측으로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모델은 브라우저에서 직접 실행되므로 서버 비용이 없고 입력한 초록이 외부로 나가지 않습니다. 발표 후 직접 시연할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청소년 과학 논문의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 자동 분류 재검증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설계 오류의 교정과 사전학습 언어모델 비교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A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연구자  2220 최은수B · 2105 김경민      지도교사  한정신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다시 했는가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연구가 보고한 정확도를 기준선과 나란히 놓아 보았다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1296" cy="2103120"/>
          </a:xfrm>
          <a:prstGeom prst="roundRect">
            <a:avLst>
              <a:gd name="adj" fmla="val 347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11680"/>
            <a:ext cx="3511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0.0812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연구 보고값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5112" y="1783080"/>
            <a:ext cx="3511296" cy="2103120"/>
          </a:xfrm>
          <a:prstGeom prst="roundRect">
            <a:avLst>
              <a:gd name="adj" fmla="val 347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25112" y="2011680"/>
            <a:ext cx="3511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0.2000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325112" y="301752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 추측 (5분류)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1584" y="1783080"/>
            <a:ext cx="3511296" cy="2103120"/>
          </a:xfrm>
          <a:prstGeom prst="roundRect">
            <a:avLst>
              <a:gd name="adj" fmla="val 347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2011680"/>
            <a:ext cx="3511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0.2502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101584" y="301752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최빈 클래스만 예측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805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학습하지 않은 모델보다 나쁜 성능은</a:t>
            </a:r>
            <a:endParaRPr lang="en-US" sz="21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한계가 아니라 측정의 오류를 뜻한다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원인은 데이터가 아니라 코드였다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연구의 평가 코드를 다시 읽어 세 가지를 확인했다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9384"/>
            <a:ext cx="640080" cy="6400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9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81965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루프가 없었다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2402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AutoModelForSequenceClassification 은 분류 헤드를 무작위로 새로 만든다. 옵티마이저와 역전파가 없어 그 난수가 끝까지 유지됐다.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392424"/>
            <a:ext cx="640080" cy="64008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92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328269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레이블 수가 맞지 않았다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3703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num_labels=7 로 설정했으나 정답은 클러스터 번호 0~2뿐이었다. 존재할 수 없는 4~6번이 예측 후보에 있었다.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855464"/>
            <a:ext cx="640080" cy="64008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8554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474573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평가가 순환 구조였다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레이블을 같은 임베딩의 클러스터링으로 만들었다. 논문 주제가 아니라 K-Means 의 결정을 얼마나 모방하는지를 재고 있었다.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바로잡았는가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정확도를 높이기보다 먼저 믿을 수 있게 만들었다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1296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정답 레이블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04672" y="2377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분야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200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전국과학전람회가 부여한 공식 분야를 정답으로 삼았다. 우리 모델과 완전히 독립적이다.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5112" y="1645920"/>
            <a:ext cx="3511296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4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1144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누수 차단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81144" y="2377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773 / 876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81144" y="3200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지도논문을 학생논문에 병합(88%)하고, 유사 중복 문서는 같은 겹에 묶었다.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1645920"/>
            <a:ext cx="3511296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7616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교차검증 OOF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57616" y="2377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1,431편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357616" y="3200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문서가 각각 한 번씩, 자신을 학습하지 않은 모델에게 평가받는다.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홀드아웃(215편)보다 평가 표본이 6.6배 커져 수치가 훨씬 덜 흔들린다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데이터: 2,349편 → 1,431편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전국과학전람회 2020–2024 수상 논문 (제목 + 요약문)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1206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단계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수집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2,349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결측·완전중복 제거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2,337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지도논문 773편 병합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1,564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크롤링 실패 42편 제거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1,522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'기타' 분야 91편 제외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1,431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943600" y="1645920"/>
          <a:ext cx="5669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요약문은 평균 254자로 짧다. 선행 연구가 쓴 512토큰은 과했고 384토큰으로 충분했다.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기준선을 6.8%p 상회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1,431편 out-of-fold, 시드 42</a:t>
            </a:r>
            <a:endParaRPr lang="en-US" sz="1500" dirty="0"/>
          </a:p>
        </p:txBody>
      </p:sp>
      <p:pic>
        <p:nvPicPr>
          <p:cNvPr id="4" name="Image 0" descr="C:\Users\kor2\Desktop\사용자\최은수\세종 2025\1학기\융탐\재분석\paper\figures\fig1_sc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481328"/>
            <a:ext cx="85953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70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TF-IDF 0.6054 → KLUE-RoBERTa 0.6730 (macro-F1 0.5896 → 0.6625)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특화 모델이 범용 모델보다 낮았다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연구가 KorSciDeBERTa 를 선택한 근거와 반대되는 결과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943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Accuracy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macro-F1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KLUE-RoBERTa (범용, 110M)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0.6730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0.6625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KorSciDeBERTa (특화, 180M)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0.6233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365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0.6104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83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E883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+0.0497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E883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+0.0521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947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짝지은 부트스트랩 95% CI [+0.028, +0.076], p &lt; 0.001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표본 크기에 의한 우연으로 보기 어렵다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12280" y="1691640"/>
            <a:ext cx="4800600" cy="3566160"/>
          </a:xfrm>
          <a:prstGeom prst="roundRect">
            <a:avLst>
              <a:gd name="adj" fmla="val 205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4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86600" y="19202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 해석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086600" y="2377440"/>
            <a:ext cx="4251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문체 차이 — 특화 모델은 논문·특허로 학습됐지만 청소년 논문은 짧고 구어적이다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크기 — 1.6배 큰 모델이 1,431편에서 과적합했을 수 있다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학습률 — 두 모델에 같은 2e-5 를 적용했다. DeBERTa 는 학습률에 민감하다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결론은 "부적합하다"가 아니라 "같은 조건에서 도메인 이점이 전이되지 않았다"로 한정한다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오분류의 상당수는 사람도 애매하다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KLUE-RoBERTa 혼동행렬 (행=실제, 열=예측)</a:t>
            </a:r>
            <a:endParaRPr lang="en-US" sz="1500" dirty="0"/>
          </a:p>
        </p:txBody>
      </p:sp>
      <p:pic>
        <p:nvPicPr>
          <p:cNvPr id="4" name="Image 0" descr="C:\Users\kor2\Desktop\사용자\최은수\세종 2025\1학기\융탐\재분석\paper\figures\fig2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12064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572768"/>
            <a:ext cx="5623560" cy="2286000"/>
          </a:xfrm>
          <a:prstGeom prst="roundRect">
            <a:avLst>
              <a:gd name="adj" fmla="val 32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4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175564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확신도가 높았던 오답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63640" y="2176272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「고수 추출물을 활용한 항균 마스크」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화학 → 예측 생물 (확신도 0.94)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「커피박을 이용한 토양 미세플라스틱 제거」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생물 → 예측 지구및환경 (확신도 0.93)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89320" y="4041648"/>
            <a:ext cx="5623560" cy="1764792"/>
          </a:xfrm>
          <a:prstGeom prst="roundRect">
            <a:avLst>
              <a:gd name="adj" fmla="val 4145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4224528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0.8679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263640" y="50292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D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Top-2 정확도 — 상위 두 분야 안에 정답이 있는 비율.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D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100%는 도달 가능한 목표가 아니다.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분할로 재면 7%p까지 흔들린다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모델·같은 데이터에서 겹만 바꿨을 때의 정확도</a:t>
            </a:r>
            <a:endParaRPr lang="en-US" sz="1500" dirty="0"/>
          </a:p>
        </p:txBody>
      </p:sp>
      <p:pic>
        <p:nvPicPr>
          <p:cNvPr id="4" name="Image 0" descr="C:\Users\kor2\Desktop\사용자\최은수\세종 2025\1학기\융탐\재분석\paper\figures\fig3_fo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572768"/>
            <a:ext cx="786384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 3만 떼어 보고하면 0.715, 겹 4만 보면 0.645. 교차검증과 신뢰구간을 함께 써야 한다.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148132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측정을 먼저 의심한다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90195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A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지표가 상식을 벗어나면 개선보다 검증이 먼저다. 알고리즘을 세 번 바꿔도 수치는 움직이지 않았다.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26883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없이는 평가가 없다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A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TF-IDF 0.605를 먼저 확보한 뒤에야 0.673이 의미 있는 향상인지 판단할 수 있었다.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38953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가진 정답을 버리지 않는다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43159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A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 라벨이 이미 있었는데 "의미 없을 것"이라 판단한 것이 어긋난 분기점이었다.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써 보기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5595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nk562220.github.io/re-analysis-of-korscideberta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1040" y="52303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BA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초록을 붙여넣으면 분야를 예측하는 웹 분류기</a:t>
            </a:r>
            <a:endParaRPr lang="en-US" sz="1200" dirty="0"/>
          </a:p>
          <a:p>
            <a:pPr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BA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(브라우저에서 직접 추론 — 서버 없음)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청소년 과학 논문의 분야 자동 분류 재검증</dc:title>
  <dc:subject>PptxGenJS Presentation</dc:subject>
  <dc:creator>2220 최은수B, 2105 김경민</dc:creator>
  <cp:lastModifiedBy>2220 최은수B, 2105 김경민</cp:lastModifiedBy>
  <cp:revision>1</cp:revision>
  <dcterms:created xsi:type="dcterms:W3CDTF">2026-08-10T05:56:05Z</dcterms:created>
  <dcterms:modified xsi:type="dcterms:W3CDTF">2026-08-10T05:56:05Z</dcterms:modified>
</cp:coreProperties>
</file>